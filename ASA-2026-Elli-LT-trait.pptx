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5 replications (Dec 2025 to Aug 2026)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13 accessions</a:t>
            </a:r>
          </a:p>
          <a:p>
            <a:pPr algn="l" marL="285750" indent="-285750">
              <a:lnSpc>
                <a:spcPct val="100000"/>
              </a:lnSpc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mixed models (replicate as random effect, R nlme)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 locations (AR, MO, NE)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14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38200"/>
            <a:ext cx="6949440" cy="46329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486400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VPD, Day 1 of each run; red points are the fifth replication added in 2026; lines are the AIC-selected mixed model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589520" y="91440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 limit transpiration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linear-plateau or bilinear model beats the linear model above a VPD breakpoint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589520" y="269748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Checks mostly behave as expected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PI471938 plateaus at 2.6 kPa and A5959 keeps increasing; PI416937 shows no breakpoint in this run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589520" y="448056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is a good but imperfect guide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 high-plasticity accessions respond; so do PI377574 and PI404191 (low plasticity), but not PI442012A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1.7 and 3.4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11000"/>
          <a:stretch>
            <a:fillRect/>
          </a:stretch>
        </p:blipFill>
        <p:spPr>
          <a:xfrm>
            <a:off x="365760" y="1277417"/>
            <a:ext cx="6583680" cy="4394606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eight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(57%)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plastic / high WUE accessions are among them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2.76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eight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(1.69 kPa) restricts transpiration before typical midday field VPD of 2.0 to 2.5 kPa; PI377574, PI471938 and PI404191 follow between 2.3 and 2.7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PI603418D only declines at the last step (3.4 kPa)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1240"/>
            <a:ext cx="6766560" cy="48869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baseline, strong response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PI377574: intercept below 12 and slope above 25 mg m⁻² s⁻¹ kPa⁻¹, with early breakpoints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check PI471938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Sits in the low-intercept / high-sensitivity quadrant and plateaus at 2.6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five plastic / high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03" y="868680"/>
            <a:ext cx="11038114" cy="35661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13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−47% to −100%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13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linearly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846320"/>
            <a:ext cx="36576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05840"/>
          <a:ext cx="7680960" cy="3621024"/>
        </p:xfrm>
        <a:graphic>
          <a:graphicData uri="http://schemas.openxmlformats.org/drawingml/2006/table">
            <a:tbl>
              <a:tblPr firstRow="1" bandRow="1"/>
              <a:tblGrid>
                <a:gridCol w="1463040"/>
                <a:gridCol w="2926080"/>
                <a:gridCol w="14630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PI377574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2.34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PI471938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2.60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PI404191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PI424231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3.06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3.13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3.4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7091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up to 3.5 kPa: A5959, PI398198, PI398272, PI416937, PI442012A, PI603171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058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5146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02336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1.7 to 3.4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257800"/>
            <a:ext cx="7680960" cy="10515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>
            <a:off x="365760" y="1090879"/>
            <a:ext cx="8229600" cy="4081882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394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 at 10 sites, 30 weather-years x 3 sowing dates each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61%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37%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Missouri and Nebraska; Arkansas sites keep the widest gap even with the LT trait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19" y="914400"/>
            <a:ext cx="3097161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10 locations; error bars are SE among sites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limited transpiration, with breakpoints from 1.7 to 3.4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+8% under deficit and a yield gap cut from 61% to 37% across 10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