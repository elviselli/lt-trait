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9" r:id="rId2"/>
    <p:sldId id="260" r:id="rId3"/>
    <p:sldId id="256" r:id="rId4"/>
    <p:sldId id="257" r:id="rId5"/>
    <p:sldId id="261" r:id="rId6"/>
    <p:sldId id="258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4"/>
    <p:restoredTop sz="94694"/>
  </p:normalViewPr>
  <p:slideViewPr>
    <p:cSldViewPr snapToGrid="0">
      <p:cViewPr varScale="1">
        <p:scale>
          <a:sx n="120" d="100"/>
          <a:sy n="120" d="100"/>
        </p:scale>
        <p:origin x="1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28FA71-3A18-48C0-980F-4B68F7F63042}" type="datetime1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7971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6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1EA198-6CAB-4B8F-B93F-1F9C8C4B6CE7}" type="datetime1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00930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06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66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3DFAE3-14DB-48A7-A80F-80DDB072CE3D}" type="datetime1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087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C5EAEF-6478-4102-8F5D-A5FE9FC97ACB}" type="datetime1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42669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3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6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8108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C89EA62-F38E-4285-A105-C5E1BD360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CF6E46A-CCCD-4728-B011-E147B2362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AR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2C684B-30C9-4689-A529-EBF1B8ADB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AR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C30DECA-E52C-4D56-96B9-718590A2E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A046A95-1E4D-4EAE-9146-822CF94F0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E94C9933-93E1-43FF-8BC2-8F0B7794D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AR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B3AA8CBD-7A2E-4084-A09F-484D16658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AR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EF5F901-6324-86A8-B062-5EDFC19DE96E}"/>
              </a:ext>
            </a:extLst>
          </p:cNvPr>
          <p:cNvSpPr txBox="1"/>
          <p:nvPr/>
        </p:nvSpPr>
        <p:spPr>
          <a:xfrm>
            <a:off x="1514306" y="1920314"/>
            <a:ext cx="9163388" cy="1917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Soybean Drought project </a:t>
            </a:r>
          </a:p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Processing thermal images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6A5581-589D-01FE-322F-183B8E05BE2E}"/>
              </a:ext>
            </a:extLst>
          </p:cNvPr>
          <p:cNvSpPr txBox="1"/>
          <p:nvPr/>
        </p:nvSpPr>
        <p:spPr>
          <a:xfrm>
            <a:off x="1514306" y="4570188"/>
            <a:ext cx="3030597" cy="5827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112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Martina Meira</a:t>
            </a:r>
          </a:p>
        </p:txBody>
      </p:sp>
    </p:spTree>
    <p:extLst>
      <p:ext uri="{BB962C8B-B14F-4D97-AF65-F5344CB8AC3E}">
        <p14:creationId xmlns:p14="http://schemas.microsoft.com/office/powerpoint/2010/main" val="1486369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aerial view of a field&#10;&#10;AI-generated content may be incorrect.">
            <a:extLst>
              <a:ext uri="{FF2B5EF4-FFF2-40B4-BE49-F238E27FC236}">
                <a16:creationId xmlns:a16="http://schemas.microsoft.com/office/drawing/2014/main" id="{6932DC17-68A9-3993-655C-A9C4D3E16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95" t="34275" r="16620" b="20707"/>
          <a:stretch/>
        </p:blipFill>
        <p:spPr>
          <a:xfrm>
            <a:off x="818707" y="869377"/>
            <a:ext cx="10024573" cy="42477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522B0E-99A7-20A3-385A-76A5BA6B774B}"/>
              </a:ext>
            </a:extLst>
          </p:cNvPr>
          <p:cNvSpPr txBox="1"/>
          <p:nvPr/>
        </p:nvSpPr>
        <p:spPr>
          <a:xfrm>
            <a:off x="818707" y="5350669"/>
            <a:ext cx="8242225" cy="76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dirty="0">
                <a:latin typeface="+mj-lt"/>
                <a:ea typeface="+mj-ea"/>
                <a:cs typeface="+mj-cs"/>
              </a:rPr>
              <a:t>RGB (red, blue, green image) August 30</a:t>
            </a:r>
          </a:p>
        </p:txBody>
      </p:sp>
    </p:spTree>
    <p:extLst>
      <p:ext uri="{BB962C8B-B14F-4D97-AF65-F5344CB8AC3E}">
        <p14:creationId xmlns:p14="http://schemas.microsoft.com/office/powerpoint/2010/main" val="22526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65AD0C-80C0-63F6-8E58-53B7DF8C1717}"/>
              </a:ext>
            </a:extLst>
          </p:cNvPr>
          <p:cNvSpPr txBox="1"/>
          <p:nvPr/>
        </p:nvSpPr>
        <p:spPr>
          <a:xfrm>
            <a:off x="733647" y="5466076"/>
            <a:ext cx="7485322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atin typeface="+mj-lt"/>
                <a:ea typeface="+mj-ea"/>
                <a:cs typeface="+mj-cs"/>
              </a:rPr>
              <a:t>Thermal Ortho mosaic 100ft August 30</a:t>
            </a:r>
          </a:p>
        </p:txBody>
      </p:sp>
      <p:pic>
        <p:nvPicPr>
          <p:cNvPr id="8" name="Picture 7" descr="A close-up of a temperature&#10;&#10;AI-generated content may be incorrect.">
            <a:extLst>
              <a:ext uri="{FF2B5EF4-FFF2-40B4-BE49-F238E27FC236}">
                <a16:creationId xmlns:a16="http://schemas.microsoft.com/office/drawing/2014/main" id="{2B462230-1657-DC65-31B5-5BDAAF597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652" y="491836"/>
            <a:ext cx="7028120" cy="497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09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monitor with a red and yellow image&#10;&#10;AI-generated content may be incorrect.">
            <a:extLst>
              <a:ext uri="{FF2B5EF4-FFF2-40B4-BE49-F238E27FC236}">
                <a16:creationId xmlns:a16="http://schemas.microsoft.com/office/drawing/2014/main" id="{A0635729-7D0C-9D8B-822C-D378A447FE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25" t="38741" r="15927" b="32708"/>
          <a:stretch/>
        </p:blipFill>
        <p:spPr>
          <a:xfrm>
            <a:off x="2228850" y="965306"/>
            <a:ext cx="7843837" cy="3821008"/>
          </a:xfrm>
          <a:prstGeom prst="round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7E73E-709A-8EC4-F96A-9DC0D5CDA7A7}"/>
              </a:ext>
            </a:extLst>
          </p:cNvPr>
          <p:cNvSpPr txBox="1"/>
          <p:nvPr/>
        </p:nvSpPr>
        <p:spPr>
          <a:xfrm>
            <a:off x="862300" y="5497973"/>
            <a:ext cx="818388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atin typeface="+mj-lt"/>
                <a:ea typeface="+mj-ea"/>
                <a:cs typeface="+mj-cs"/>
              </a:rPr>
              <a:t>Thermal Ortho mosaic 50ft August 30</a:t>
            </a:r>
          </a:p>
        </p:txBody>
      </p:sp>
    </p:spTree>
    <p:extLst>
      <p:ext uri="{BB962C8B-B14F-4D97-AF65-F5344CB8AC3E}">
        <p14:creationId xmlns:p14="http://schemas.microsoft.com/office/powerpoint/2010/main" val="2219968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CD78FA-0E0E-3A6C-C535-18294DBD33A8}"/>
              </a:ext>
            </a:extLst>
          </p:cNvPr>
          <p:cNvSpPr txBox="1"/>
          <p:nvPr/>
        </p:nvSpPr>
        <p:spPr>
          <a:xfrm>
            <a:off x="817141" y="3055362"/>
            <a:ext cx="44228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dirty="0"/>
              <a:t>R package in QGIS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dirty="0"/>
              <a:t>FIELDimage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</a:t>
            </a:r>
            <a:r>
              <a:rPr lang="en-AR" dirty="0"/>
              <a:t>ield Shape (num rows, num cols, buffer, x and y plot size).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dirty="0"/>
              <a:t>REME</a:t>
            </a:r>
            <a:r>
              <a:rPr lang="en-US" dirty="0"/>
              <a:t>M</a:t>
            </a:r>
            <a:r>
              <a:rPr lang="en-AR" dirty="0"/>
              <a:t>BER layers are temporary, you have to SAVE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dirty="0"/>
              <a:t>Always is better to merge the layers from the same day (easier to deal with).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dirty="0"/>
              <a:t>Give them the correct ID, matching with the field information. (right click on the layer, open Attribute Table)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R" dirty="0"/>
          </a:p>
        </p:txBody>
      </p:sp>
      <p:pic>
        <p:nvPicPr>
          <p:cNvPr id="5" name="Picture 4" descr="A aerial view of a field&#10;&#10;AI-generated content may be incorrect.">
            <a:extLst>
              <a:ext uri="{FF2B5EF4-FFF2-40B4-BE49-F238E27FC236}">
                <a16:creationId xmlns:a16="http://schemas.microsoft.com/office/drawing/2014/main" id="{20D18C82-4F1B-B09D-78BC-7D8BAF9BBB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53" t="51508" r="57568" b="26665"/>
          <a:stretch/>
        </p:blipFill>
        <p:spPr>
          <a:xfrm>
            <a:off x="5049674" y="684396"/>
            <a:ext cx="3227772" cy="165868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490DC1-3DA1-0591-1934-24A56BB32DCA}"/>
              </a:ext>
            </a:extLst>
          </p:cNvPr>
          <p:cNvCxnSpPr>
            <a:cxnSpLocks/>
          </p:cNvCxnSpPr>
          <p:nvPr/>
        </p:nvCxnSpPr>
        <p:spPr>
          <a:xfrm>
            <a:off x="5539563" y="2390622"/>
            <a:ext cx="0" cy="4129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CBEA7D-B8F8-4C79-B623-982B0ADE936F}"/>
              </a:ext>
            </a:extLst>
          </p:cNvPr>
          <p:cNvCxnSpPr>
            <a:cxnSpLocks/>
          </p:cNvCxnSpPr>
          <p:nvPr/>
        </p:nvCxnSpPr>
        <p:spPr>
          <a:xfrm>
            <a:off x="8277446" y="2051361"/>
            <a:ext cx="5835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02991AA-E208-5250-98CD-C8CFE5A8B128}"/>
              </a:ext>
            </a:extLst>
          </p:cNvPr>
          <p:cNvSpPr txBox="1"/>
          <p:nvPr/>
        </p:nvSpPr>
        <p:spPr>
          <a:xfrm>
            <a:off x="4961228" y="2851134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R" dirty="0"/>
              <a:t>columns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AB5C5-885B-5CBE-96DF-B04D98798D87}"/>
              </a:ext>
            </a:extLst>
          </p:cNvPr>
          <p:cNvSpPr txBox="1"/>
          <p:nvPr/>
        </p:nvSpPr>
        <p:spPr>
          <a:xfrm>
            <a:off x="8861004" y="1872755"/>
            <a:ext cx="583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R" dirty="0"/>
              <a:t>row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01621-58BB-5CFC-1C08-F2D204060E96}"/>
              </a:ext>
            </a:extLst>
          </p:cNvPr>
          <p:cNvSpPr txBox="1"/>
          <p:nvPr/>
        </p:nvSpPr>
        <p:spPr>
          <a:xfrm>
            <a:off x="1115899" y="882502"/>
            <a:ext cx="1997858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dirty="0">
                <a:latin typeface="+mj-lt"/>
                <a:ea typeface="+mj-ea"/>
                <a:cs typeface="+mj-cs"/>
              </a:rPr>
              <a:t>Steps in QGIS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54EC0B-115D-D567-7B54-77BB11A90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82" y="2851134"/>
            <a:ext cx="2835350" cy="382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31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13F5E67-0FEC-10E5-6EC7-F7236BB16239}"/>
              </a:ext>
            </a:extLst>
          </p:cNvPr>
          <p:cNvSpPr txBox="1"/>
          <p:nvPr/>
        </p:nvSpPr>
        <p:spPr>
          <a:xfrm>
            <a:off x="2445894" y="962084"/>
            <a:ext cx="4379255" cy="2980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latin typeface="+mj-lt"/>
                <a:ea typeface="+mj-ea"/>
                <a:cs typeface="+mj-cs"/>
              </a:rPr>
              <a:t>Polygon design 50ft August 30</a:t>
            </a:r>
          </a:p>
        </p:txBody>
      </p:sp>
      <p:pic>
        <p:nvPicPr>
          <p:cNvPr id="27" name="Picture 26" descr="A aerial view of a farm&#10;&#10;AI-generated content may be incorrect.">
            <a:extLst>
              <a:ext uri="{FF2B5EF4-FFF2-40B4-BE49-F238E27FC236}">
                <a16:creationId xmlns:a16="http://schemas.microsoft.com/office/drawing/2014/main" id="{8706B6FC-4466-896C-C81A-8B77CC615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91" y="1364664"/>
            <a:ext cx="5969058" cy="4128672"/>
          </a:xfrm>
          <a:prstGeom prst="rect">
            <a:avLst/>
          </a:prstGeom>
        </p:spPr>
      </p:pic>
      <p:pic>
        <p:nvPicPr>
          <p:cNvPr id="29" name="Picture 28" descr="A black and blue background with red lines&#10;&#10;AI-generated content may be incorrect.">
            <a:extLst>
              <a:ext uri="{FF2B5EF4-FFF2-40B4-BE49-F238E27FC236}">
                <a16:creationId xmlns:a16="http://schemas.microsoft.com/office/drawing/2014/main" id="{69FC906D-9B6A-8AF5-6CB1-76E700E92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209" y="1364664"/>
            <a:ext cx="4697211" cy="4128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912740-9DC9-B173-963A-FD3723130560}"/>
              </a:ext>
            </a:extLst>
          </p:cNvPr>
          <p:cNvSpPr txBox="1"/>
          <p:nvPr/>
        </p:nvSpPr>
        <p:spPr>
          <a:xfrm>
            <a:off x="6825149" y="5603030"/>
            <a:ext cx="4379255" cy="2980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latin typeface="+mj-lt"/>
                <a:ea typeface="+mj-ea"/>
                <a:cs typeface="+mj-cs"/>
              </a:rPr>
              <a:t>Thermal image</a:t>
            </a:r>
          </a:p>
        </p:txBody>
      </p:sp>
    </p:spTree>
    <p:extLst>
      <p:ext uri="{BB962C8B-B14F-4D97-AF65-F5344CB8AC3E}">
        <p14:creationId xmlns:p14="http://schemas.microsoft.com/office/powerpoint/2010/main" val="2143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A91D-A4AE-BCD4-2E3A-DD2BFD02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2AB2C-4319-473C-E60E-C64013B34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89654199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533</TotalTime>
  <Words>120</Words>
  <Application>Microsoft Macintosh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Franklin Gothic Book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Martina Meira</dc:creator>
  <cp:lastModifiedBy>Martina Meira</cp:lastModifiedBy>
  <cp:revision>7</cp:revision>
  <dcterms:created xsi:type="dcterms:W3CDTF">2025-01-31T14:05:30Z</dcterms:created>
  <dcterms:modified xsi:type="dcterms:W3CDTF">2025-02-05T20:43:52Z</dcterms:modified>
</cp:coreProperties>
</file>