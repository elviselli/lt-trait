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59" r:id="rId2"/>
    <p:sldId id="260" r:id="rId3"/>
    <p:sldId id="256" r:id="rId4"/>
    <p:sldId id="257" r:id="rId5"/>
    <p:sldId id="261" r:id="rId6"/>
    <p:sldId id="258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34"/>
    <p:restoredTop sz="94663"/>
  </p:normalViewPr>
  <p:slideViewPr>
    <p:cSldViewPr snapToGrid="0">
      <p:cViewPr varScale="1">
        <p:scale>
          <a:sx n="86" d="100"/>
          <a:sy n="86" d="100"/>
        </p:scale>
        <p:origin x="1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99F6C0-857E-449B-8B68-FBEE8BB9FDA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7BCEA17-E05F-4D2A-9994-778351F29B2E}">
      <dgm:prSet/>
      <dgm:spPr/>
      <dgm:t>
        <a:bodyPr/>
        <a:lstStyle/>
        <a:p>
          <a:pPr>
            <a:defRPr cap="all"/>
          </a:pPr>
          <a:r>
            <a:rPr lang="en-US" dirty="0"/>
            <a:t>ACTIVE GPS</a:t>
          </a:r>
        </a:p>
      </dgm:t>
    </dgm:pt>
    <dgm:pt modelId="{DD305811-77E3-450D-ACC8-482FB8BCF116}" type="parTrans" cxnId="{48BD778D-5B99-4C8D-9B8E-C1E955B7B453}">
      <dgm:prSet/>
      <dgm:spPr/>
      <dgm:t>
        <a:bodyPr/>
        <a:lstStyle/>
        <a:p>
          <a:endParaRPr lang="en-US"/>
        </a:p>
      </dgm:t>
    </dgm:pt>
    <dgm:pt modelId="{82B51368-DCC7-469B-A942-30288550C066}" type="sibTrans" cxnId="{48BD778D-5B99-4C8D-9B8E-C1E955B7B453}">
      <dgm:prSet/>
      <dgm:spPr/>
      <dgm:t>
        <a:bodyPr/>
        <a:lstStyle/>
        <a:p>
          <a:endParaRPr lang="en-US"/>
        </a:p>
      </dgm:t>
    </dgm:pt>
    <dgm:pt modelId="{D56557F8-318C-4707-B44E-0FC9A66B4C73}">
      <dgm:prSet/>
      <dgm:spPr/>
      <dgm:t>
        <a:bodyPr/>
        <a:lstStyle/>
        <a:p>
          <a:pPr>
            <a:defRPr cap="all"/>
          </a:pPr>
          <a:r>
            <a:rPr lang="en-US" dirty="0"/>
            <a:t>LABELS FOR EACH PLOT</a:t>
          </a:r>
        </a:p>
      </dgm:t>
    </dgm:pt>
    <dgm:pt modelId="{FB52B3D1-D292-4BEF-A2DF-A4728D454EE6}" type="parTrans" cxnId="{A5B9CD5B-7935-40F2-A50A-A4299402F4B7}">
      <dgm:prSet/>
      <dgm:spPr/>
      <dgm:t>
        <a:bodyPr/>
        <a:lstStyle/>
        <a:p>
          <a:endParaRPr lang="en-US"/>
        </a:p>
      </dgm:t>
    </dgm:pt>
    <dgm:pt modelId="{BC99763A-E451-4DFB-973A-4246769B805E}" type="sibTrans" cxnId="{A5B9CD5B-7935-40F2-A50A-A4299402F4B7}">
      <dgm:prSet/>
      <dgm:spPr/>
      <dgm:t>
        <a:bodyPr/>
        <a:lstStyle/>
        <a:p>
          <a:endParaRPr lang="en-US"/>
        </a:p>
      </dgm:t>
    </dgm:pt>
    <dgm:pt modelId="{599CEF3D-8326-4FA8-A0B6-BF3EAF40C342}" type="pres">
      <dgm:prSet presAssocID="{7699F6C0-857E-449B-8B68-FBEE8BB9FDA8}" presName="root" presStyleCnt="0">
        <dgm:presLayoutVars>
          <dgm:dir/>
          <dgm:resizeHandles val="exact"/>
        </dgm:presLayoutVars>
      </dgm:prSet>
      <dgm:spPr/>
    </dgm:pt>
    <dgm:pt modelId="{2FADE3F1-C65B-4989-9AF5-088CEE20A29E}" type="pres">
      <dgm:prSet presAssocID="{87BCEA17-E05F-4D2A-9994-778351F29B2E}" presName="compNode" presStyleCnt="0"/>
      <dgm:spPr/>
    </dgm:pt>
    <dgm:pt modelId="{40845E3C-55B3-43FE-B144-1D37C72ED049}" type="pres">
      <dgm:prSet presAssocID="{87BCEA17-E05F-4D2A-9994-778351F29B2E}" presName="iconBgRect" presStyleLbl="bgShp" presStyleIdx="0" presStyleCnt="2"/>
      <dgm:spPr/>
    </dgm:pt>
    <dgm:pt modelId="{FFB99BA2-5A08-46EF-9396-3EC9C7F4AA77}" type="pres">
      <dgm:prSet presAssocID="{87BCEA17-E05F-4D2A-9994-778351F29B2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C82A623F-31C0-4D40-B32B-924108A5D700}" type="pres">
      <dgm:prSet presAssocID="{87BCEA17-E05F-4D2A-9994-778351F29B2E}" presName="spaceRect" presStyleCnt="0"/>
      <dgm:spPr/>
    </dgm:pt>
    <dgm:pt modelId="{40E22846-C98B-4A6F-B241-F028456D43B6}" type="pres">
      <dgm:prSet presAssocID="{87BCEA17-E05F-4D2A-9994-778351F29B2E}" presName="textRect" presStyleLbl="revTx" presStyleIdx="0" presStyleCnt="2">
        <dgm:presLayoutVars>
          <dgm:chMax val="1"/>
          <dgm:chPref val="1"/>
        </dgm:presLayoutVars>
      </dgm:prSet>
      <dgm:spPr/>
    </dgm:pt>
    <dgm:pt modelId="{26F6EC77-75AD-4B69-9CB8-1FBE4C3FC29A}" type="pres">
      <dgm:prSet presAssocID="{82B51368-DCC7-469B-A942-30288550C066}" presName="sibTrans" presStyleCnt="0"/>
      <dgm:spPr/>
    </dgm:pt>
    <dgm:pt modelId="{A0D3671D-E199-4318-8D28-8411F595896A}" type="pres">
      <dgm:prSet presAssocID="{D56557F8-318C-4707-B44E-0FC9A66B4C73}" presName="compNode" presStyleCnt="0"/>
      <dgm:spPr/>
    </dgm:pt>
    <dgm:pt modelId="{1414B42A-561E-4F97-A671-1E99FB0AE5C6}" type="pres">
      <dgm:prSet presAssocID="{D56557F8-318C-4707-B44E-0FC9A66B4C73}" presName="iconBgRect" presStyleLbl="bgShp" presStyleIdx="1" presStyleCnt="2"/>
      <dgm:spPr/>
    </dgm:pt>
    <dgm:pt modelId="{EFA559A5-5EE7-4C19-A558-7E8A3A2C0EDA}" type="pres">
      <dgm:prSet presAssocID="{D56557F8-318C-4707-B44E-0FC9A66B4C7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5A906610-4D71-4DD1-A540-64B0E74E1FC5}" type="pres">
      <dgm:prSet presAssocID="{D56557F8-318C-4707-B44E-0FC9A66B4C73}" presName="spaceRect" presStyleCnt="0"/>
      <dgm:spPr/>
    </dgm:pt>
    <dgm:pt modelId="{A7E10854-713C-4523-9EA6-47531DBD4CFD}" type="pres">
      <dgm:prSet presAssocID="{D56557F8-318C-4707-B44E-0FC9A66B4C7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C576B54-9388-493B-89F2-778372DFAB08}" type="presOf" srcId="{D56557F8-318C-4707-B44E-0FC9A66B4C73}" destId="{A7E10854-713C-4523-9EA6-47531DBD4CFD}" srcOrd="0" destOrd="0" presId="urn:microsoft.com/office/officeart/2018/5/layout/IconCircleLabelList"/>
    <dgm:cxn modelId="{A5B9CD5B-7935-40F2-A50A-A4299402F4B7}" srcId="{7699F6C0-857E-449B-8B68-FBEE8BB9FDA8}" destId="{D56557F8-318C-4707-B44E-0FC9A66B4C73}" srcOrd="1" destOrd="0" parTransId="{FB52B3D1-D292-4BEF-A2DF-A4728D454EE6}" sibTransId="{BC99763A-E451-4DFB-973A-4246769B805E}"/>
    <dgm:cxn modelId="{848A717D-0390-44F2-AD16-0DCF6706D427}" type="presOf" srcId="{87BCEA17-E05F-4D2A-9994-778351F29B2E}" destId="{40E22846-C98B-4A6F-B241-F028456D43B6}" srcOrd="0" destOrd="0" presId="urn:microsoft.com/office/officeart/2018/5/layout/IconCircleLabelList"/>
    <dgm:cxn modelId="{48BD778D-5B99-4C8D-9B8E-C1E955B7B453}" srcId="{7699F6C0-857E-449B-8B68-FBEE8BB9FDA8}" destId="{87BCEA17-E05F-4D2A-9994-778351F29B2E}" srcOrd="0" destOrd="0" parTransId="{DD305811-77E3-450D-ACC8-482FB8BCF116}" sibTransId="{82B51368-DCC7-469B-A942-30288550C066}"/>
    <dgm:cxn modelId="{03179DD8-201A-4AD2-9ED0-BB8569198BFB}" type="presOf" srcId="{7699F6C0-857E-449B-8B68-FBEE8BB9FDA8}" destId="{599CEF3D-8326-4FA8-A0B6-BF3EAF40C342}" srcOrd="0" destOrd="0" presId="urn:microsoft.com/office/officeart/2018/5/layout/IconCircleLabelList"/>
    <dgm:cxn modelId="{E2D62B97-3906-45D9-B643-A62EDBB7FE39}" type="presParOf" srcId="{599CEF3D-8326-4FA8-A0B6-BF3EAF40C342}" destId="{2FADE3F1-C65B-4989-9AF5-088CEE20A29E}" srcOrd="0" destOrd="0" presId="urn:microsoft.com/office/officeart/2018/5/layout/IconCircleLabelList"/>
    <dgm:cxn modelId="{D2EFC091-D378-461D-A985-E31F47A25E0D}" type="presParOf" srcId="{2FADE3F1-C65B-4989-9AF5-088CEE20A29E}" destId="{40845E3C-55B3-43FE-B144-1D37C72ED049}" srcOrd="0" destOrd="0" presId="urn:microsoft.com/office/officeart/2018/5/layout/IconCircleLabelList"/>
    <dgm:cxn modelId="{7659092C-712C-4072-AC32-5625B895AF68}" type="presParOf" srcId="{2FADE3F1-C65B-4989-9AF5-088CEE20A29E}" destId="{FFB99BA2-5A08-46EF-9396-3EC9C7F4AA77}" srcOrd="1" destOrd="0" presId="urn:microsoft.com/office/officeart/2018/5/layout/IconCircleLabelList"/>
    <dgm:cxn modelId="{E212906E-DF80-469D-804B-69F0D34B7483}" type="presParOf" srcId="{2FADE3F1-C65B-4989-9AF5-088CEE20A29E}" destId="{C82A623F-31C0-4D40-B32B-924108A5D700}" srcOrd="2" destOrd="0" presId="urn:microsoft.com/office/officeart/2018/5/layout/IconCircleLabelList"/>
    <dgm:cxn modelId="{EEE58F94-E58F-4B08-B4DD-4D5CB175E867}" type="presParOf" srcId="{2FADE3F1-C65B-4989-9AF5-088CEE20A29E}" destId="{40E22846-C98B-4A6F-B241-F028456D43B6}" srcOrd="3" destOrd="0" presId="urn:microsoft.com/office/officeart/2018/5/layout/IconCircleLabelList"/>
    <dgm:cxn modelId="{1BE0F176-6BCF-40DD-8FBF-F33C3C6CB0B9}" type="presParOf" srcId="{599CEF3D-8326-4FA8-A0B6-BF3EAF40C342}" destId="{26F6EC77-75AD-4B69-9CB8-1FBE4C3FC29A}" srcOrd="1" destOrd="0" presId="urn:microsoft.com/office/officeart/2018/5/layout/IconCircleLabelList"/>
    <dgm:cxn modelId="{9A59CE9F-0400-4C30-B67C-0FBC1B68BF13}" type="presParOf" srcId="{599CEF3D-8326-4FA8-A0B6-BF3EAF40C342}" destId="{A0D3671D-E199-4318-8D28-8411F595896A}" srcOrd="2" destOrd="0" presId="urn:microsoft.com/office/officeart/2018/5/layout/IconCircleLabelList"/>
    <dgm:cxn modelId="{DF3D00B4-BCCD-44F5-B230-B6613BEAE3EE}" type="presParOf" srcId="{A0D3671D-E199-4318-8D28-8411F595896A}" destId="{1414B42A-561E-4F97-A671-1E99FB0AE5C6}" srcOrd="0" destOrd="0" presId="urn:microsoft.com/office/officeart/2018/5/layout/IconCircleLabelList"/>
    <dgm:cxn modelId="{F5F53817-6391-458C-A0A5-990CDAAAA8FA}" type="presParOf" srcId="{A0D3671D-E199-4318-8D28-8411F595896A}" destId="{EFA559A5-5EE7-4C19-A558-7E8A3A2C0EDA}" srcOrd="1" destOrd="0" presId="urn:microsoft.com/office/officeart/2018/5/layout/IconCircleLabelList"/>
    <dgm:cxn modelId="{C124368A-AF54-4204-96D6-C15FBA2703C7}" type="presParOf" srcId="{A0D3671D-E199-4318-8D28-8411F595896A}" destId="{5A906610-4D71-4DD1-A540-64B0E74E1FC5}" srcOrd="2" destOrd="0" presId="urn:microsoft.com/office/officeart/2018/5/layout/IconCircleLabelList"/>
    <dgm:cxn modelId="{BBAA34F1-9257-4CEB-B16B-5800F63536DA}" type="presParOf" srcId="{A0D3671D-E199-4318-8D28-8411F595896A}" destId="{A7E10854-713C-4523-9EA6-47531DBD4CF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845E3C-55B3-43FE-B144-1D37C72ED049}">
      <dsp:nvSpPr>
        <dsp:cNvPr id="0" name=""/>
        <dsp:cNvSpPr/>
      </dsp:nvSpPr>
      <dsp:spPr>
        <a:xfrm>
          <a:off x="1637803" y="13200"/>
          <a:ext cx="2161687" cy="21616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B99BA2-5A08-46EF-9396-3EC9C7F4AA77}">
      <dsp:nvSpPr>
        <dsp:cNvPr id="0" name=""/>
        <dsp:cNvSpPr/>
      </dsp:nvSpPr>
      <dsp:spPr>
        <a:xfrm>
          <a:off x="2098490" y="473887"/>
          <a:ext cx="1240312" cy="1240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E22846-C98B-4A6F-B241-F028456D43B6}">
      <dsp:nvSpPr>
        <dsp:cNvPr id="0" name=""/>
        <dsp:cNvSpPr/>
      </dsp:nvSpPr>
      <dsp:spPr>
        <a:xfrm>
          <a:off x="946771" y="2848200"/>
          <a:ext cx="35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700" kern="1200" dirty="0"/>
            <a:t>ACTIVE GPS</a:t>
          </a:r>
        </a:p>
      </dsp:txBody>
      <dsp:txXfrm>
        <a:off x="946771" y="2848200"/>
        <a:ext cx="3543750" cy="720000"/>
      </dsp:txXfrm>
    </dsp:sp>
    <dsp:sp modelId="{1414B42A-561E-4F97-A671-1E99FB0AE5C6}">
      <dsp:nvSpPr>
        <dsp:cNvPr id="0" name=""/>
        <dsp:cNvSpPr/>
      </dsp:nvSpPr>
      <dsp:spPr>
        <a:xfrm>
          <a:off x="5801709" y="13200"/>
          <a:ext cx="2161687" cy="21616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A559A5-5EE7-4C19-A558-7E8A3A2C0EDA}">
      <dsp:nvSpPr>
        <dsp:cNvPr id="0" name=""/>
        <dsp:cNvSpPr/>
      </dsp:nvSpPr>
      <dsp:spPr>
        <a:xfrm>
          <a:off x="6262396" y="473887"/>
          <a:ext cx="1240312" cy="1240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E10854-713C-4523-9EA6-47531DBD4CFD}">
      <dsp:nvSpPr>
        <dsp:cNvPr id="0" name=""/>
        <dsp:cNvSpPr/>
      </dsp:nvSpPr>
      <dsp:spPr>
        <a:xfrm>
          <a:off x="5110678" y="2848200"/>
          <a:ext cx="35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700" kern="1200" dirty="0"/>
            <a:t>LABELS FOR EACH PLOT</a:t>
          </a:r>
        </a:p>
      </dsp:txBody>
      <dsp:txXfrm>
        <a:off x="5110678" y="2848200"/>
        <a:ext cx="354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28FA71-3A18-48C0-980F-4B68F7F63042}" type="datetime1">
              <a:rPr lang="en-US" smtClean="0"/>
              <a:t>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77971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69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01EA198-6CAB-4B8F-B93F-1F9C8C4B6CE7}" type="datetime1">
              <a:rPr lang="en-US" smtClean="0"/>
              <a:t>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00930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06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66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4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3DFAE3-14DB-48A7-A80F-80DDB072CE3D}" type="datetime1">
              <a:rPr lang="en-US" smtClean="0"/>
              <a:t>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087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2C5EAEF-6478-4102-8F5D-A5FE9FC97ACB}" type="datetime1">
              <a:rPr lang="en-US" smtClean="0"/>
              <a:t>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42669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32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56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81081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C89EA62-F38E-4285-A105-C5E1BD360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2CF6E46A-CCCD-4728-B011-E147B2362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AR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2C684B-30C9-4689-A529-EBF1B8ADB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AR"/>
            </a:p>
          </p:txBody>
        </p:sp>
      </p:grp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C30DECA-E52C-4D56-96B9-718590A2E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A046A95-1E4D-4EAE-9146-822CF94F0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E94C9933-93E1-43FF-8BC2-8F0B7794D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AR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B3AA8CBD-7A2E-4084-A09F-484D16658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AR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EF5F901-6324-86A8-B062-5EDFC19DE96E}"/>
              </a:ext>
            </a:extLst>
          </p:cNvPr>
          <p:cNvSpPr txBox="1"/>
          <p:nvPr/>
        </p:nvSpPr>
        <p:spPr>
          <a:xfrm>
            <a:off x="1514306" y="1920314"/>
            <a:ext cx="9163388" cy="1917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Soybean Drought project </a:t>
            </a:r>
          </a:p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Processing thermal images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6A5581-589D-01FE-322F-183B8E05BE2E}"/>
              </a:ext>
            </a:extLst>
          </p:cNvPr>
          <p:cNvSpPr txBox="1"/>
          <p:nvPr/>
        </p:nvSpPr>
        <p:spPr>
          <a:xfrm>
            <a:off x="1380441" y="4350163"/>
            <a:ext cx="3030597" cy="1327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112000"/>
              </a:lnSpc>
              <a:spcAft>
                <a:spcPts val="600"/>
              </a:spcAft>
            </a:pPr>
            <a:r>
              <a:rPr lang="en-US" sz="2000" u="sng" dirty="0">
                <a:solidFill>
                  <a:schemeClr val="tx2"/>
                </a:solidFill>
              </a:rPr>
              <a:t>Martina Meira</a:t>
            </a:r>
          </a:p>
          <a:p>
            <a:pPr defTabSz="914400">
              <a:lnSpc>
                <a:spcPct val="112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</a:rPr>
              <a:t>Elvis Elli</a:t>
            </a:r>
          </a:p>
        </p:txBody>
      </p:sp>
      <p:pic>
        <p:nvPicPr>
          <p:cNvPr id="12" name="Picture 11" descr="A logo for a physiotherapy&#10;&#10;AI-generated content may be incorrect.">
            <a:extLst>
              <a:ext uri="{FF2B5EF4-FFF2-40B4-BE49-F238E27FC236}">
                <a16:creationId xmlns:a16="http://schemas.microsoft.com/office/drawing/2014/main" id="{67207C84-E445-9778-3C98-B10128503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088" y="248381"/>
            <a:ext cx="1842779" cy="118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369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aerial view of a field&#10;&#10;AI-generated content may be incorrect.">
            <a:extLst>
              <a:ext uri="{FF2B5EF4-FFF2-40B4-BE49-F238E27FC236}">
                <a16:creationId xmlns:a16="http://schemas.microsoft.com/office/drawing/2014/main" id="{6932DC17-68A9-3993-655C-A9C4D3E162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95" t="34275" r="16620" b="20707"/>
          <a:stretch/>
        </p:blipFill>
        <p:spPr>
          <a:xfrm>
            <a:off x="818707" y="1388102"/>
            <a:ext cx="8800381" cy="372897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522B0E-99A7-20A3-385A-76A5BA6B774B}"/>
              </a:ext>
            </a:extLst>
          </p:cNvPr>
          <p:cNvSpPr txBox="1"/>
          <p:nvPr/>
        </p:nvSpPr>
        <p:spPr>
          <a:xfrm>
            <a:off x="818707" y="5350669"/>
            <a:ext cx="8242225" cy="76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dirty="0">
                <a:latin typeface="+mj-lt"/>
                <a:ea typeface="+mj-ea"/>
                <a:cs typeface="+mj-cs"/>
              </a:rPr>
              <a:t>RGB (red, blue, green image) August 30</a:t>
            </a:r>
          </a:p>
        </p:txBody>
      </p:sp>
      <p:pic>
        <p:nvPicPr>
          <p:cNvPr id="3" name="Picture 2" descr="A logo for a physiotherapy&#10;&#10;AI-generated content may be incorrect.">
            <a:extLst>
              <a:ext uri="{FF2B5EF4-FFF2-40B4-BE49-F238E27FC236}">
                <a16:creationId xmlns:a16="http://schemas.microsoft.com/office/drawing/2014/main" id="{B0DCF0CC-4F0A-243B-C8D4-7397BFD06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088" y="248381"/>
            <a:ext cx="1842779" cy="118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62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65AD0C-80C0-63F6-8E58-53B7DF8C1717}"/>
              </a:ext>
            </a:extLst>
          </p:cNvPr>
          <p:cNvSpPr txBox="1"/>
          <p:nvPr/>
        </p:nvSpPr>
        <p:spPr>
          <a:xfrm>
            <a:off x="733647" y="5466076"/>
            <a:ext cx="7485322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latin typeface="+mj-lt"/>
                <a:ea typeface="+mj-ea"/>
                <a:cs typeface="+mj-cs"/>
              </a:rPr>
              <a:t>Thermal Ortho mosaic 100ft August 30</a:t>
            </a:r>
          </a:p>
        </p:txBody>
      </p:sp>
      <p:pic>
        <p:nvPicPr>
          <p:cNvPr id="8" name="Picture 7" descr="A close-up of a temperature&#10;&#10;AI-generated content may be incorrect.">
            <a:extLst>
              <a:ext uri="{FF2B5EF4-FFF2-40B4-BE49-F238E27FC236}">
                <a16:creationId xmlns:a16="http://schemas.microsoft.com/office/drawing/2014/main" id="{2B462230-1657-DC65-31B5-5BDAAF597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376" y="431804"/>
            <a:ext cx="7028120" cy="49742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F672EC-6B80-B3DC-53CA-7756C9083F6A}"/>
              </a:ext>
            </a:extLst>
          </p:cNvPr>
          <p:cNvSpPr txBox="1"/>
          <p:nvPr/>
        </p:nvSpPr>
        <p:spPr>
          <a:xfrm>
            <a:off x="6858001" y="837191"/>
            <a:ext cx="1436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R" sz="1100" dirty="0"/>
              <a:t>Temperature </a:t>
            </a:r>
            <a:r>
              <a:rPr lang="en-US" sz="1100" b="1" i="0" u="none" strike="noStrike" dirty="0">
                <a:effectLst/>
                <a:latin typeface="Helvetica Neue" panose="02000503000000020004" pitchFamily="2" charset="0"/>
              </a:rPr>
              <a:t>°F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93E9E8-CB54-7934-BF28-F3E513EE898D}"/>
              </a:ext>
            </a:extLst>
          </p:cNvPr>
          <p:cNvSpPr txBox="1"/>
          <p:nvPr/>
        </p:nvSpPr>
        <p:spPr>
          <a:xfrm>
            <a:off x="7016262" y="1126357"/>
            <a:ext cx="7200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R" sz="1100" dirty="0"/>
              <a:t>108.608</a:t>
            </a:r>
          </a:p>
          <a:p>
            <a:r>
              <a:rPr lang="en-AR" sz="1100" dirty="0"/>
              <a:t>82.778</a:t>
            </a:r>
          </a:p>
          <a:p>
            <a:endParaRPr lang="en-AR" dirty="0"/>
          </a:p>
        </p:txBody>
      </p:sp>
      <p:pic>
        <p:nvPicPr>
          <p:cNvPr id="4" name="Picture 3" descr="A logo for a physiotherapy&#10;&#10;AI-generated content may be incorrect.">
            <a:extLst>
              <a:ext uri="{FF2B5EF4-FFF2-40B4-BE49-F238E27FC236}">
                <a16:creationId xmlns:a16="http://schemas.microsoft.com/office/drawing/2014/main" id="{F1130346-F9CC-F3DF-5CCE-2467B0D67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088" y="248381"/>
            <a:ext cx="1842779" cy="118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096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monitor with a red and yellow image&#10;&#10;AI-generated content may be incorrect.">
            <a:extLst>
              <a:ext uri="{FF2B5EF4-FFF2-40B4-BE49-F238E27FC236}">
                <a16:creationId xmlns:a16="http://schemas.microsoft.com/office/drawing/2014/main" id="{A0635729-7D0C-9D8B-822C-D378A447FE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25" t="38741" r="15927" b="32708"/>
          <a:stretch/>
        </p:blipFill>
        <p:spPr>
          <a:xfrm>
            <a:off x="2228850" y="965306"/>
            <a:ext cx="8299386" cy="4042922"/>
          </a:xfrm>
          <a:prstGeom prst="round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D7E73E-709A-8EC4-F96A-9DC0D5CDA7A7}"/>
              </a:ext>
            </a:extLst>
          </p:cNvPr>
          <p:cNvSpPr txBox="1"/>
          <p:nvPr/>
        </p:nvSpPr>
        <p:spPr>
          <a:xfrm>
            <a:off x="862300" y="5497973"/>
            <a:ext cx="818388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latin typeface="+mj-lt"/>
                <a:ea typeface="+mj-ea"/>
                <a:cs typeface="+mj-cs"/>
              </a:rPr>
              <a:t>Thermal Ortho mosaic 50ft August 30</a:t>
            </a:r>
          </a:p>
        </p:txBody>
      </p:sp>
    </p:spTree>
    <p:extLst>
      <p:ext uri="{BB962C8B-B14F-4D97-AF65-F5344CB8AC3E}">
        <p14:creationId xmlns:p14="http://schemas.microsoft.com/office/powerpoint/2010/main" val="2219968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CD78FA-0E0E-3A6C-C535-18294DBD33A8}"/>
              </a:ext>
            </a:extLst>
          </p:cNvPr>
          <p:cNvSpPr txBox="1"/>
          <p:nvPr/>
        </p:nvSpPr>
        <p:spPr>
          <a:xfrm>
            <a:off x="817141" y="3055362"/>
            <a:ext cx="44228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R" dirty="0"/>
              <a:t>R package in QGIS.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R" dirty="0"/>
              <a:t>FIELDimage 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</a:t>
            </a:r>
            <a:r>
              <a:rPr lang="en-AR" dirty="0"/>
              <a:t>ield Shape (num rows, num cols, buffer, x and y plot size).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R" dirty="0"/>
              <a:t>REME</a:t>
            </a:r>
            <a:r>
              <a:rPr lang="en-US" dirty="0"/>
              <a:t>M</a:t>
            </a:r>
            <a:r>
              <a:rPr lang="en-AR" dirty="0"/>
              <a:t>BER layers are temporary, you have to SAVE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R" dirty="0"/>
              <a:t>Always is better to merge the layers from the same day (easier to deal with).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R" dirty="0"/>
              <a:t>Give them the correct ID, matching with the field information. (right click on the layer, open Attribute Table).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R" dirty="0"/>
          </a:p>
        </p:txBody>
      </p:sp>
      <p:pic>
        <p:nvPicPr>
          <p:cNvPr id="5" name="Picture 4" descr="A aerial view of a field&#10;&#10;AI-generated content may be incorrect.">
            <a:extLst>
              <a:ext uri="{FF2B5EF4-FFF2-40B4-BE49-F238E27FC236}">
                <a16:creationId xmlns:a16="http://schemas.microsoft.com/office/drawing/2014/main" id="{20D18C82-4F1B-B09D-78BC-7D8BAF9BBB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53" t="55459" r="58430" b="28651"/>
          <a:stretch/>
        </p:blipFill>
        <p:spPr>
          <a:xfrm>
            <a:off x="5049674" y="984744"/>
            <a:ext cx="3133034" cy="120746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E490DC1-3DA1-0591-1934-24A56BB32DCA}"/>
              </a:ext>
            </a:extLst>
          </p:cNvPr>
          <p:cNvCxnSpPr>
            <a:cxnSpLocks/>
          </p:cNvCxnSpPr>
          <p:nvPr/>
        </p:nvCxnSpPr>
        <p:spPr>
          <a:xfrm>
            <a:off x="6069034" y="2151185"/>
            <a:ext cx="0" cy="4129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1CBEA7D-B8F8-4C79-B623-982B0ADE936F}"/>
              </a:ext>
            </a:extLst>
          </p:cNvPr>
          <p:cNvCxnSpPr>
            <a:cxnSpLocks/>
          </p:cNvCxnSpPr>
          <p:nvPr/>
        </p:nvCxnSpPr>
        <p:spPr>
          <a:xfrm>
            <a:off x="8182708" y="2016192"/>
            <a:ext cx="58355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02991AA-E208-5250-98CD-C8CFE5A8B128}"/>
              </a:ext>
            </a:extLst>
          </p:cNvPr>
          <p:cNvSpPr txBox="1"/>
          <p:nvPr/>
        </p:nvSpPr>
        <p:spPr>
          <a:xfrm>
            <a:off x="5541915" y="2481802"/>
            <a:ext cx="110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R" dirty="0"/>
              <a:t>columns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2AB5C5-885B-5CBE-96DF-B04D98798D87}"/>
              </a:ext>
            </a:extLst>
          </p:cNvPr>
          <p:cNvSpPr txBox="1"/>
          <p:nvPr/>
        </p:nvSpPr>
        <p:spPr>
          <a:xfrm>
            <a:off x="8766266" y="1831526"/>
            <a:ext cx="583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R" dirty="0"/>
              <a:t>row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401621-58BB-5CFC-1C08-F2D204060E96}"/>
              </a:ext>
            </a:extLst>
          </p:cNvPr>
          <p:cNvSpPr txBox="1"/>
          <p:nvPr/>
        </p:nvSpPr>
        <p:spPr>
          <a:xfrm>
            <a:off x="1115899" y="882502"/>
            <a:ext cx="1997858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dirty="0">
                <a:latin typeface="+mj-lt"/>
                <a:ea typeface="+mj-ea"/>
                <a:cs typeface="+mj-cs"/>
              </a:rPr>
              <a:t>Steps in QGIS</a:t>
            </a: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54EC0B-115D-D567-7B54-77BB11A90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082" y="2851134"/>
            <a:ext cx="2835350" cy="382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731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13F5E67-0FEC-10E5-6EC7-F7236BB16239}"/>
              </a:ext>
            </a:extLst>
          </p:cNvPr>
          <p:cNvSpPr txBox="1"/>
          <p:nvPr/>
        </p:nvSpPr>
        <p:spPr>
          <a:xfrm>
            <a:off x="2445894" y="962084"/>
            <a:ext cx="4379255" cy="2980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>
                <a:latin typeface="+mj-lt"/>
                <a:ea typeface="+mj-ea"/>
                <a:cs typeface="+mj-cs"/>
              </a:rPr>
              <a:t>Polygon design 50ft August 30</a:t>
            </a:r>
          </a:p>
        </p:txBody>
      </p:sp>
      <p:pic>
        <p:nvPicPr>
          <p:cNvPr id="27" name="Picture 26" descr="A aerial view of a farm&#10;&#10;AI-generated content may be incorrect.">
            <a:extLst>
              <a:ext uri="{FF2B5EF4-FFF2-40B4-BE49-F238E27FC236}">
                <a16:creationId xmlns:a16="http://schemas.microsoft.com/office/drawing/2014/main" id="{8706B6FC-4466-896C-C81A-8B77CC615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91" y="1364664"/>
            <a:ext cx="5969058" cy="4128672"/>
          </a:xfrm>
          <a:prstGeom prst="rect">
            <a:avLst/>
          </a:prstGeom>
        </p:spPr>
      </p:pic>
      <p:pic>
        <p:nvPicPr>
          <p:cNvPr id="29" name="Picture 28" descr="A black and blue background with red lines&#10;&#10;AI-generated content may be incorrect.">
            <a:extLst>
              <a:ext uri="{FF2B5EF4-FFF2-40B4-BE49-F238E27FC236}">
                <a16:creationId xmlns:a16="http://schemas.microsoft.com/office/drawing/2014/main" id="{69FC906D-9B6A-8AF5-6CB1-76E700E92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209" y="1364664"/>
            <a:ext cx="4697211" cy="41286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912740-9DC9-B173-963A-FD3723130560}"/>
              </a:ext>
            </a:extLst>
          </p:cNvPr>
          <p:cNvSpPr txBox="1"/>
          <p:nvPr/>
        </p:nvSpPr>
        <p:spPr>
          <a:xfrm>
            <a:off x="6825149" y="5603030"/>
            <a:ext cx="4379255" cy="2980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>
                <a:latin typeface="+mj-lt"/>
                <a:ea typeface="+mj-ea"/>
                <a:cs typeface="+mj-cs"/>
              </a:rPr>
              <a:t>Thermal image</a:t>
            </a:r>
          </a:p>
        </p:txBody>
      </p:sp>
    </p:spTree>
    <p:extLst>
      <p:ext uri="{BB962C8B-B14F-4D97-AF65-F5344CB8AC3E}">
        <p14:creationId xmlns:p14="http://schemas.microsoft.com/office/powerpoint/2010/main" val="2143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114FB9-E776-AA06-1877-C568C2C3098F}"/>
              </a:ext>
            </a:extLst>
          </p:cNvPr>
          <p:cNvSpPr txBox="1"/>
          <p:nvPr/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Porometer  considerations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67B9099D-F030-C556-D183-B3D7CE7E05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7088392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654199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881</TotalTime>
  <Words>137</Words>
  <Application>Microsoft Macintosh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Franklin Gothic Book</vt:lpstr>
      <vt:lpstr>Helvetica Neue</vt:lpstr>
      <vt:lpstr>Crop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Martina Meira</dc:creator>
  <cp:lastModifiedBy>Martina Meira</cp:lastModifiedBy>
  <cp:revision>15</cp:revision>
  <dcterms:created xsi:type="dcterms:W3CDTF">2025-01-31T14:05:30Z</dcterms:created>
  <dcterms:modified xsi:type="dcterms:W3CDTF">2025-02-08T17:11:17Z</dcterms:modified>
</cp:coreProperties>
</file>